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Food Delivery Time Estimation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>
                <a:solidFill>
                  <a:schemeClr val="tx1"/>
                </a:solidFill>
              </a:rPr>
              <a:t>Team Name – Tragic Bytes</a:t>
            </a:r>
          </a:p>
          <a:p>
            <a:r>
              <a:rPr lang="en-IN" dirty="0">
                <a:solidFill>
                  <a:schemeClr val="tx1"/>
                </a:solidFill>
              </a:rPr>
              <a:t>Team members –</a:t>
            </a:r>
          </a:p>
          <a:p>
            <a:r>
              <a:rPr lang="en-IN" dirty="0">
                <a:solidFill>
                  <a:schemeClr val="tx1"/>
                </a:solidFill>
              </a:rPr>
              <a:t>Hetvi </a:t>
            </a:r>
            <a:r>
              <a:rPr lang="en-IN" dirty="0" err="1">
                <a:solidFill>
                  <a:schemeClr val="tx1"/>
                </a:solidFill>
              </a:rPr>
              <a:t>Vikani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Bhumi </a:t>
            </a:r>
            <a:r>
              <a:rPr lang="en-IN" dirty="0" err="1">
                <a:solidFill>
                  <a:schemeClr val="tx1"/>
                </a:solidFill>
              </a:rPr>
              <a:t>Radadiya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Yash </a:t>
            </a:r>
            <a:r>
              <a:rPr lang="en-IN" dirty="0" err="1">
                <a:solidFill>
                  <a:schemeClr val="tx1"/>
                </a:solidFill>
              </a:rPr>
              <a:t>Ranpariya</a:t>
            </a:r>
            <a:r>
              <a:rPr lang="en-IN" dirty="0">
                <a:solidFill>
                  <a:schemeClr val="tx1"/>
                </a:solidFill>
              </a:rPr>
              <a:t> </a:t>
            </a:r>
            <a:br>
              <a:rPr lang="en-IN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accurate delivery time prediction</a:t>
            </a:r>
          </a:p>
          <a:p>
            <a:pPr lvl="1"/>
            <a:r>
              <a:t>Dynamic traffic &amp; urban environment</a:t>
            </a:r>
          </a:p>
          <a:p>
            <a:pPr lvl="1"/>
            <a:r>
              <a:t>Static rule-based systems are inaccurate</a:t>
            </a:r>
          </a:p>
          <a:p>
            <a:pPr lvl="1"/>
            <a:r>
              <a:t>Machine Learning provides adaptive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delivery time (minutes)</a:t>
            </a:r>
          </a:p>
          <a:p>
            <a:pPr lvl="1"/>
            <a:r>
              <a:t>Use order, partner &amp; location features</a:t>
            </a:r>
          </a:p>
          <a:p>
            <a:pPr lvl="1"/>
            <a:r>
              <a:t>Minimize MAE &amp; RMSE</a:t>
            </a:r>
          </a:p>
          <a:p>
            <a:pPr lvl="1"/>
            <a:r>
              <a:t>Deploy real-time prediction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Delivery Partner Age &amp; Rating</a:t>
            </a:r>
          </a:p>
          <a:p>
            <a:pPr lvl="1"/>
            <a:r>
              <a:t>Restaurant Latitude &amp; Longitude</a:t>
            </a:r>
          </a:p>
          <a:p>
            <a:pPr lvl="1"/>
            <a:r>
              <a:t>Delivery Latitude &amp; Longitude</a:t>
            </a:r>
          </a:p>
          <a:p>
            <a:pPr lvl="1"/>
            <a:r>
              <a:t>Type of Order &amp; Vehicle</a:t>
            </a:r>
          </a:p>
          <a:p>
            <a:pPr lvl="1"/>
            <a:r>
              <a:t>Target: Delivery Time (minutes)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(Dataset.csv)</a:t>
            </a:r>
          </a:p>
          <a:p>
            <a:pPr lvl="1"/>
            <a:r>
              <a:t>Data Preprocessing &amp; Feature Engineering</a:t>
            </a:r>
          </a:p>
          <a:p>
            <a:pPr lvl="1"/>
            <a:r>
              <a:t>Model Training (train.py)</a:t>
            </a:r>
          </a:p>
          <a:p>
            <a:pPr lvl="1"/>
            <a:r>
              <a:t>Model Saving (best_model.pkl)</a:t>
            </a:r>
          </a:p>
          <a:p>
            <a:pPr lvl="1"/>
            <a:r>
              <a:t>Deployment using Streamlit (app.py)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pPr lvl="1"/>
            <a:r>
              <a:t>Encoded categorical variables</a:t>
            </a:r>
          </a:p>
          <a:p>
            <a:pPr lvl="1"/>
            <a:r>
              <a:t>Feature scaling applied</a:t>
            </a:r>
          </a:p>
          <a:p>
            <a:pPr lvl="1"/>
            <a:r>
              <a:t>Train-Test split performed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Distance calculated using Haversine formula</a:t>
            </a:r>
          </a:p>
          <a:p>
            <a:pPr lvl="1"/>
            <a:r>
              <a:t>Encoded vehicle &amp; order types</a:t>
            </a:r>
          </a:p>
          <a:p>
            <a:pPr lvl="1"/>
            <a:r>
              <a:t>Distance identified as strongest predictor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Time Distribution</a:t>
            </a:r>
          </a:p>
        </p:txBody>
      </p:sp>
      <p:pic>
        <p:nvPicPr>
          <p:cNvPr id="3" name="Picture 2" descr="delivery_ti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Distance vs Delivery Time</a:t>
            </a:r>
          </a:p>
        </p:txBody>
      </p:sp>
      <p:pic>
        <p:nvPicPr>
          <p:cNvPr id="3" name="Picture 2" descr="distance_v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Type Impact</a:t>
            </a:r>
          </a:p>
        </p:txBody>
      </p:sp>
      <p:pic>
        <p:nvPicPr>
          <p:cNvPr id="3" name="Picture 2" descr="vehicle_type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</a:t>
            </a:r>
          </a:p>
          <a:p>
            <a:pPr lvl="1"/>
            <a:r>
              <a:t>Decision Tree Regressor</a:t>
            </a:r>
          </a:p>
          <a:p>
            <a:pPr lvl="1"/>
            <a:r>
              <a:t>Random Forest Regressor</a:t>
            </a:r>
          </a:p>
          <a:p>
            <a:pPr lvl="1"/>
            <a:r>
              <a:t>Gradient Boosting Regressor</a:t>
            </a:r>
          </a:p>
          <a:p>
            <a:pPr lvl="1"/>
            <a:r>
              <a:t>Compared using MAE &amp; RMSE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 - Gradient Boosting Regressor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 lowest RMSE &amp; MAE</a:t>
            </a:r>
          </a:p>
          <a:p>
            <a:pPr lvl="1"/>
            <a:r>
              <a:t>Boosting improves weak learners sequentially</a:t>
            </a:r>
          </a:p>
          <a:p>
            <a:pPr lvl="1"/>
            <a:r>
              <a:t>Handles non-linearity effectively</a:t>
            </a:r>
          </a:p>
          <a:p>
            <a:pPr lvl="1"/>
            <a:r>
              <a:t>Provides high prediction accuracy</a:t>
            </a:r>
          </a:p>
          <a:p>
            <a:pPr lvl="1"/>
            <a:r>
              <a:t>Model saved as best_model.pkl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MAE (Mean Absolute Error)</a:t>
            </a:r>
          </a:p>
          <a:p>
            <a:pPr lvl="1"/>
            <a:r>
              <a:t>RMSE (Root Mean Squared Error)</a:t>
            </a:r>
          </a:p>
          <a:p>
            <a:pPr lvl="1"/>
            <a:r>
              <a:t>Gradient Boosting achieved best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- 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inputs delivery details</a:t>
            </a:r>
          </a:p>
          <a:p>
            <a:pPr lvl="1"/>
            <a:r>
              <a:t>Distance calculated dynamically (utils.py)</a:t>
            </a:r>
          </a:p>
          <a:p>
            <a:pPr lvl="1"/>
            <a:r>
              <a:t>Model loads best_model.pkl (Gradient Boosting)</a:t>
            </a:r>
          </a:p>
          <a:p>
            <a:pPr lvl="1"/>
            <a:r>
              <a:t>Predicted delivery time displayed instantly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customer satisfaction</a:t>
            </a:r>
          </a:p>
          <a:p>
            <a:pPr lvl="1"/>
            <a:r>
              <a:t>Accurate ETA prediction</a:t>
            </a:r>
          </a:p>
          <a:p>
            <a:pPr lvl="1"/>
            <a:r>
              <a:t>Better resource planning</a:t>
            </a:r>
          </a:p>
          <a:p>
            <a:pPr lvl="1"/>
            <a:r>
              <a:t>Operational efficiency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deployment ready</a:t>
            </a:r>
          </a:p>
          <a:p>
            <a:pPr lvl="1"/>
            <a:r>
              <a:t>Traffic &amp; Weather API integration</a:t>
            </a:r>
          </a:p>
          <a:p>
            <a:pPr lvl="1"/>
            <a:r>
              <a:t>Periodic model retraining</a:t>
            </a:r>
          </a:p>
          <a:p>
            <a:pPr lvl="1"/>
            <a:r>
              <a:t>Advanced boosting &amp; ensemble techniques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308</Words>
  <Application>Microsoft Office PowerPoint</Application>
  <PresentationFormat>On-screen Show (4:3)</PresentationFormat>
  <Paragraphs>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Food Delivery Time Estimation</vt:lpstr>
      <vt:lpstr>Problem Understanding</vt:lpstr>
      <vt:lpstr>Project Objective</vt:lpstr>
      <vt:lpstr>Dataset Overview</vt:lpstr>
      <vt:lpstr>Project Architecture</vt:lpstr>
      <vt:lpstr>Data Preprocessing</vt:lpstr>
      <vt:lpstr>Feature Engineering</vt:lpstr>
      <vt:lpstr>Delivery Time Distribution</vt:lpstr>
      <vt:lpstr>Distance vs Delivery Time</vt:lpstr>
      <vt:lpstr>Vehicle Type Impact</vt:lpstr>
      <vt:lpstr>Correlation Heatmap</vt:lpstr>
      <vt:lpstr>Model Training &amp; Comparison</vt:lpstr>
      <vt:lpstr>Best Model - Gradient Boosting Regressor</vt:lpstr>
      <vt:lpstr>Evaluation Metrics</vt:lpstr>
      <vt:lpstr>Deployment - Streamlit Application</vt:lpstr>
      <vt:lpstr>Business Impact</vt:lpstr>
      <vt:lpstr>Scalability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 Bhanushali</cp:lastModifiedBy>
  <cp:revision>2</cp:revision>
  <dcterms:created xsi:type="dcterms:W3CDTF">2013-01-27T09:14:16Z</dcterms:created>
  <dcterms:modified xsi:type="dcterms:W3CDTF">2026-02-13T08:33:12Z</dcterms:modified>
  <cp:category/>
</cp:coreProperties>
</file>